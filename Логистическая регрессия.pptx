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e1946295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e1946295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be1946295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be1946295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be1946295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be1946295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e1946295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e1946295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e1946295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e1946295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e1946295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e1946295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e1946295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e1946295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e1946295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e1946295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e1946295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be1946295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e1946295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be1946295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e1946295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be1946295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be1946295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be1946295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statmethods.ru/statistics-metody/logisticheskaya-regressiy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Логистическая регрессия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Косарев Никита, 23221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это вообще?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Вопреки названию, логистическая регрессия используется в задачах линейной классификации.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Задача линейной классификации - осуществить классификацию с использованием линейного дискриминанта (разделителя классов).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922" y="2710150"/>
            <a:ext cx="2053925" cy="22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6800" y="2710150"/>
            <a:ext cx="2031055" cy="227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Подводка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213" y="1464412"/>
            <a:ext cx="7291574" cy="22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Подводка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Однако, не все так просто.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Хотелось бы получать не просто значение “принадлежности” к классу конкретного объекта.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Чаще оперируют “вероятностью принадлежности” к конкретному классу.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475" y="3096625"/>
            <a:ext cx="7510775" cy="111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Подводка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0511"/>
            <a:ext cx="8520602" cy="1993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Выражение логистической функции (сигмоиды)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763" y="1325700"/>
            <a:ext cx="726648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же относим к классу то?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Выбирается некоторое пороговое значение.</a:t>
            </a: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Пусть это будет p = 0,5.</a:t>
            </a: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Получим, что для х &gt; 0 - относим к положительному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классу, для x &lt; 0 - к отрицательному.</a:t>
            </a: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При х = 0 - не делаем предположений (находится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на дискриминанте).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9774" y="1887850"/>
            <a:ext cx="2572524" cy="20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эту штуку обучать? Margin.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25" y="1152475"/>
            <a:ext cx="8217363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Продолжаем обучать эту штуку…</a:t>
            </a:r>
            <a:br>
              <a:rPr lang="ru"/>
            </a:br>
            <a:r>
              <a:rPr lang="ru"/>
              <a:t>Проблема максимизации произведения.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437" y="1527750"/>
            <a:ext cx="7609127" cy="31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Все еще обучаем эту штуку…</a:t>
            </a:r>
            <a:br>
              <a:rPr lang="ru"/>
            </a:br>
            <a:r>
              <a:rPr lang="ru"/>
              <a:t>Логарифм спешит на помощь!</a:t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050" y="1436351"/>
            <a:ext cx="6593899" cy="325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Заканчиваем обучать штуку!</a:t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925" y="1152475"/>
            <a:ext cx="756215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задач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2203650"/>
            <a:ext cx="8520600" cy="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ru">
                <a:solidFill>
                  <a:schemeClr val="dk1"/>
                </a:solidFill>
              </a:rPr>
              <a:t>Задача кредитного скоринга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ru">
                <a:solidFill>
                  <a:schemeClr val="dk1"/>
                </a:solidFill>
              </a:rPr>
              <a:t>Выявление рака легких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Мультиномиальная</a:t>
            </a:r>
            <a:r>
              <a:rPr lang="ru"/>
              <a:t> логистическая регрессия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highlight>
                  <a:schemeClr val="lt1"/>
                </a:highlight>
              </a:rPr>
              <a:t>Мультиномиальная логистическая регрессия</a:t>
            </a:r>
            <a:r>
              <a:rPr lang="ru" sz="1500">
                <a:solidFill>
                  <a:schemeClr val="dk1"/>
                </a:solidFill>
                <a:highlight>
                  <a:schemeClr val="lt1"/>
                </a:highlight>
              </a:rPr>
              <a:t> (multinomial logistic regression) – это общий случай </a:t>
            </a:r>
            <a:r>
              <a:rPr lang="ru" sz="150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модели логистической регрессии</a:t>
            </a:r>
            <a:r>
              <a:rPr lang="ru" sz="1500">
                <a:solidFill>
                  <a:schemeClr val="dk1"/>
                </a:solidFill>
                <a:highlight>
                  <a:schemeClr val="lt1"/>
                </a:highlight>
              </a:rPr>
              <a:t>, в которой зависимая переменная имеет более двух категорий.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highlight>
                  <a:schemeClr val="lt1"/>
                </a:highlight>
              </a:rPr>
              <a:t>В модели мультиномиальной логистической регрессии для каждой категории зависимой переменной строится уравнение бинарной логистической регрессии. При этом одна из категорий зависимой переменной становится опорной и все другие категории сравниваются с ней. Уравнение мультиномиальной логистической регрессии прогнозирует вероятность принадлежности к каждой категории зависимой переменной по значениям независимых переменных.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highlight>
                  <a:schemeClr val="lt1"/>
                </a:highlight>
              </a:rPr>
              <a:t>Примеры задач: определение политических или спортивных предпочтений.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